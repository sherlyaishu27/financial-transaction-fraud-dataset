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5" r:id="rId6"/>
    <p:sldId id="266" r:id="rId7"/>
    <p:sldId id="267" r:id="rId8"/>
    <p:sldId id="268" r:id="rId9"/>
    <p:sldId id="262" r:id="rId10"/>
    <p:sldId id="263" r:id="rId11"/>
    <p:sldId id="264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145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166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574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71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424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108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330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58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06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056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74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382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695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8195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454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3913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420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39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216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1560945"/>
            <a:ext cx="7409342" cy="2299855"/>
          </a:xfrm>
        </p:spPr>
        <p:txBody>
          <a:bodyPr/>
          <a:lstStyle/>
          <a:p>
            <a:pPr algn="ctr"/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Transaction Fraud Detection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focuses on analyzing financial transactions to detect fraudulent activities.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was developed using Power BI to visualize patterns and anomalies in transactions.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solution enables interactive exploration of transaction types, fraud distribution, and financial impact.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financial institutions quickly identify suspicious behavior and potential fraud risks.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489200"/>
            <a:ext cx="6345260" cy="2710873"/>
          </a:xfr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fraudulent transactions within large financial datasets.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transaction distribution by type and value.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fraud rate and total financial impact.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fraud trends over time.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interactive dashboard for fraud investigation.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contains financial transaction records used for fraud detection analysis.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attributes include: Transaction Type, Amount, Old Balance, New Balance, and Fraud Flag.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types analyzed: CASH_IN, CASH_OUT, TRANSFER, DEBIT, PAYMENT.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includes thousands of records enabling realistic financial analysis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fr-FR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contains</a:t>
            </a:r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6000+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financial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transaction records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Visuals Used in the Dashboard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3889" y="2215299"/>
            <a:ext cx="7965649" cy="453429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Dashboard (Transaction Overview)</a:t>
            </a:r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Donut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Transaction Distribution by Type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vs Non-Fraud Transactions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Transactions Trend by Step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 Visuals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Total Transactions, Total Transaction Amount, Total Fraud Transactions, Average Transaction Amount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Slicers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Transaction Type, Fraud Status</a:t>
            </a:r>
          </a:p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Fraud Analysis Dashboard</a:t>
            </a:r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Clustered Column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Amount by Transaction Type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Transactions by Type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Trend Over Time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 Visuals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Transaction Count, Fraud Amount, Fraud Rate</a:t>
            </a:r>
          </a:p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Fraud Investigation Dashboard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Visual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Detailed Fraud Transaction Records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Transactions by Transaction Type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 Chart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Fraud Amount Distribution by Type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Slicers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Transaction Type, Fraud Status, Step</a:t>
            </a:r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46396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Snapshots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416" y="2262596"/>
            <a:ext cx="6374149" cy="4204191"/>
          </a:xfrm>
        </p:spPr>
      </p:pic>
    </p:spTree>
    <p:extLst>
      <p:ext uri="{BB962C8B-B14F-4D97-AF65-F5344CB8AC3E}">
        <p14:creationId xmlns:p14="http://schemas.microsoft.com/office/powerpoint/2010/main" val="20687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147" y="2363932"/>
            <a:ext cx="7148944" cy="3639704"/>
          </a:xfrm>
        </p:spPr>
      </p:pic>
    </p:spTree>
    <p:extLst>
      <p:ext uri="{BB962C8B-B14F-4D97-AF65-F5344CB8AC3E}">
        <p14:creationId xmlns:p14="http://schemas.microsoft.com/office/powerpoint/2010/main" val="123951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98" y="2152073"/>
            <a:ext cx="7477484" cy="424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991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198255"/>
            <a:ext cx="6345260" cy="38215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Transactions: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6,362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Fraud Transactions: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821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Fraud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Rate: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12.9</a:t>
            </a: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CASH_OUT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TRANSFER transactions show the highest fraud occurrence.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transactions are legitimate, with fraud representing a small percentage.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transaction amounts are more likely to be associated with fraudulent activity.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Fraud trends fluctuate over time, indicating periods of higher risk.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banks and financial institutions detect suspicious activities quickly.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fraud monitoring and investigation efficiency.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data-driven decisions in financial risk management.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Enhances transparency in financial transaction analysis.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Power BI Fraud Detection Dashboard provides clear insights into transaction behavior.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filters allow analysts to explore fraud patterns efficiently.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demonstrates strong skills in data cleaning, modeling, and visualization.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solution can be extended using machine learning models for advanced fraud prediction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51</TotalTime>
  <Words>271</Words>
  <Application>Microsoft Office PowerPoint</Application>
  <PresentationFormat>On-screen Show (4:3)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Century Gothic</vt:lpstr>
      <vt:lpstr>Times New Roman</vt:lpstr>
      <vt:lpstr>Wingdings 3</vt:lpstr>
      <vt:lpstr>Ion Boardroom</vt:lpstr>
      <vt:lpstr>Financial Transaction Fraud Detection Dashboard</vt:lpstr>
      <vt:lpstr>Project Overview</vt:lpstr>
      <vt:lpstr>Project Objectives</vt:lpstr>
      <vt:lpstr>Dataset Overview</vt:lpstr>
      <vt:lpstr>Visuals Used in the Dashboard</vt:lpstr>
      <vt:lpstr>Snapshots</vt:lpstr>
      <vt:lpstr>PowerPoint Presentation</vt:lpstr>
      <vt:lpstr>PowerPoint Presentation</vt:lpstr>
      <vt:lpstr>Key Insights</vt:lpstr>
      <vt:lpstr>Business Value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Transaction Fraud Detection Dashboard</dc:title>
  <dc:subject/>
  <dc:creator>sherly s</dc:creator>
  <cp:keywords/>
  <dc:description>generated using python-pptx</dc:description>
  <cp:lastModifiedBy>HP</cp:lastModifiedBy>
  <cp:revision>6</cp:revision>
  <dcterms:created xsi:type="dcterms:W3CDTF">2013-01-27T09:14:16Z</dcterms:created>
  <dcterms:modified xsi:type="dcterms:W3CDTF">2026-03-09T09:43:01Z</dcterms:modified>
  <cp:category/>
</cp:coreProperties>
</file>