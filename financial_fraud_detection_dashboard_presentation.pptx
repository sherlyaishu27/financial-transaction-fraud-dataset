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6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74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1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2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0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30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8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6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56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74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38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95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19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45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91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42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3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1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1560945"/>
            <a:ext cx="7409342" cy="2299855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Transaction Fraud Detection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financial transactions to detect fraudulent activities.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was developed using Power BI to visualize patterns and anomalies in transactions.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enables interactive exploration of transaction types, fraud distribution, and financial impact.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financial institutions quickly identify suspicious behavior and potential fraud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345260" cy="271087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fraudulent transactions within large financial datasets.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transaction distribution by type and value.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fraud rate and total financial impact.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fraud trends over time.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interactive dashboard for fraud investigation.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financial transaction records used for fraud detection analysis.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 include: Transaction Type, Amount, Old Balance, New Balance, and Fraud Flag.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types analyzed: CASH_IN, CASH_OUT, TRANSFER, DEBIT, PAYMENT.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thousands of records enabling realistic financial analysis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6000+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records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 Used in the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89" y="2215299"/>
            <a:ext cx="7965649" cy="453429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Dashboard (Transaction Overview)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Transaction Distribution by Type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Fraud vs Non-Fraud Transactions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Fraud Transactions Trend by Step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Visuals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Total Transactions, Total Transaction Amount, Total Fraud Transactions, Average Transaction Amount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Transaction Type, Fraud Status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Analysis Dashboard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Column Chart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Fraud Amount by Transaction Type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Fraud Transactions by Type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Fraud Trend Over Time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Visuals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Fraud Transaction Count, Fraud Amount, Fraud Rate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Investigation Dashboard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Visual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Detailed Fraud Transaction Records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Chart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Fraud Transactions by Transaction Type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Fraud Amount Distribution by Type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Transaction Type, Fraud Status, Step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46396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Snapshots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26" y="2262909"/>
            <a:ext cx="7712365" cy="414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58" y="2115127"/>
            <a:ext cx="7082206" cy="4414982"/>
          </a:xfrm>
        </p:spPr>
      </p:pic>
    </p:spTree>
    <p:extLst>
      <p:ext uri="{BB962C8B-B14F-4D97-AF65-F5344CB8AC3E}">
        <p14:creationId xmlns:p14="http://schemas.microsoft.com/office/powerpoint/2010/main" val="123951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4" y="2290617"/>
            <a:ext cx="7342910" cy="425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99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198255"/>
            <a:ext cx="6345260" cy="38215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6,362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Transactions: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821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Fraud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12.9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CASH_OUT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TRANSFER transactions show the highest fraud occurrence.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transactions are legitimate, with fraud representing a small percentage.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transaction amounts are more likely to be associated with fraudulent activity.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trends fluctuate over time, indicating periods of higher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banks and financial institutions detect suspicious activities quickly.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fraud monitoring and investigation efficiency.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decisions in financial risk management.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transparency in financial transaction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BI Fraud Detection Dashboard provides clear insights into transaction behavior.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 allow analysts to explore fraud patterns efficiently.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strong skills in data cleaning, modeling, and visualization.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can be extended using machine learning models for advanced fraud prediction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224</TotalTime>
  <Words>271</Words>
  <Application>Microsoft Office PowerPoint</Application>
  <PresentationFormat>On-screen Show (4:3)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Times New Roman</vt:lpstr>
      <vt:lpstr>Wingdings 3</vt:lpstr>
      <vt:lpstr>Ion Boardroom</vt:lpstr>
      <vt:lpstr>Financial Transaction Fraud Detection Dashboard</vt:lpstr>
      <vt:lpstr>Project Overview</vt:lpstr>
      <vt:lpstr>Project Objectives</vt:lpstr>
      <vt:lpstr>Dataset Overview</vt:lpstr>
      <vt:lpstr>Visuals Used in the Dashboard</vt:lpstr>
      <vt:lpstr>Snapshots</vt:lpstr>
      <vt:lpstr>PowerPoint Presentation</vt:lpstr>
      <vt:lpstr>PowerPoint Presentation</vt:lpstr>
      <vt:lpstr>Key Insights</vt:lpstr>
      <vt:lpstr>Business Value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Transaction Fraud Detection Dashboard</dc:title>
  <dc:subject/>
  <dc:creator>sherly s</dc:creator>
  <cp:keywords/>
  <dc:description>generated using python-pptx</dc:description>
  <cp:lastModifiedBy>HP</cp:lastModifiedBy>
  <cp:revision>10</cp:revision>
  <dcterms:created xsi:type="dcterms:W3CDTF">2013-01-27T09:14:16Z</dcterms:created>
  <dcterms:modified xsi:type="dcterms:W3CDTF">2026-03-10T10:43:48Z</dcterms:modified>
  <cp:category/>
</cp:coreProperties>
</file>